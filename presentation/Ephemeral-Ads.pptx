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D4A574"/>
          </a:solidFill>
          <a:ln/>
          <a:effectLst>
            <a:outerShdw sx="100000" sy="100000" kx="0" ky="0" algn="bl" rotWithShape="0" blurRad="1016000" dist="50800" dir="16200000">
              <a:srgbClr val="000000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A8B5A0"/>
          </a:solidFill>
          <a:ln/>
          <a:effectLst>
            <a:outerShdw sx="100000" sy="100000" kx="0" ky="0" algn="bl" rotWithShape="0" blurRad="1016000" dist="508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A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 HACKS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Ephemeral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A7B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commerce for the visual web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23360" y="3566160"/>
            <a:ext cx="1097280" cy="0"/>
          </a:xfrm>
          <a:prstGeom prst="line">
            <a:avLst/>
          </a:prstGeom>
          <a:noFill/>
          <a:ln w="12700">
            <a:solidFill>
              <a:srgbClr val="C9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9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WARREN ZHU &amp; MATTHEW KOTZBAUER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platforms have an </a:t>
            </a:r>
            <a:pPr algn="ctr" indent="0" marL="0">
              <a:buNone/>
            </a:pPr>
            <a:r>
              <a:rPr lang="en-US" sz="4000" dirty="0">
                <a:solidFill>
                  <a:srgbClr val="B8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advertising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Pinterest is ads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overwhelmed by sponsored content.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drown out what they came to discover.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8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interface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is serendipity. Chatbot Q&amp;A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jarring when users want to browse.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</a:t>
            </a:r>
            <a:pPr algn="ctr" indent="0" marL="0">
              <a:buNone/>
            </a:pPr>
            <a:r>
              <a:rPr lang="en-US" sz="4000" dirty="0">
                <a:solidFill>
                  <a:srgbClr val="7A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</a:t>
            </a:r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images, not on top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5DED5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377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B86B4A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377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overlay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212080" y="182880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651760"/>
            <a:ext cx="274320" cy="274320"/>
          </a:xfrm>
          <a:prstGeom prst="ellipse">
            <a:avLst/>
          </a:prstGeom>
          <a:solidFill>
            <a:srgbClr val="7A9070"/>
          </a:solidFill>
          <a:ln/>
          <a:effectLst>
            <a:outerShdw sx="100000" sy="100000" kx="0" ky="0" algn="bl" rotWithShape="0" blurRad="127000" dist="50800" dir="16200000">
              <a:srgbClr val="7A907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 Pro</a:t>
            </a:r>
            <a:pPr algn="ctr" indent="0" marL="0">
              <a:buNone/>
            </a:pPr>
            <a:r>
              <a:rPr lang="en-US" sz="14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edits products INTO content. Discovery through subtle hover.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25880" y="192024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products &amp;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criteria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20440" y="192024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matching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user content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15000" y="192024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 edits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09560" y="192024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063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reveals,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purchase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Advertiser Console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2468880"/>
          </a:xfrm>
          <a:prstGeom prst="roundRect">
            <a:avLst>
              <a:gd name="adj" fmla="val 5556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and manage products for placement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810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ranges, interests, custom buckets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Aesthetic Matching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types, vibes, semantic filters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Testing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AI placements before 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localhost:4173/advertiser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A2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Experience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2468880"/>
          </a:xfrm>
          <a:prstGeom prst="roundRect">
            <a:avLst>
              <a:gd name="adj" fmla="val 5556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Ephemeral Canvas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fade unless saved — urgency &amp; focus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810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Placement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edited INTO images seamlessly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Hover Discovery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outlines that fade with cards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EDE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1-Click Checkout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Glassmorphic popup, instant add to bag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localhost:4173/prototype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Ephemeral Ads</dc:title>
  <dc:subject>Invisible commerce for the visual web</dc:subject>
  <dc:creator>Warren Zhu &amp; Matthew Kotzbauer</dc:creator>
  <cp:lastModifiedBy>Warren Zhu &amp; Matthew Kotzbauer</cp:lastModifiedBy>
  <cp:revision>1</cp:revision>
  <dcterms:created xsi:type="dcterms:W3CDTF">2025-12-06T05:02:53Z</dcterms:created>
  <dcterms:modified xsi:type="dcterms:W3CDTF">2025-12-06T05:02:53Z</dcterms:modified>
</cp:coreProperties>
</file>